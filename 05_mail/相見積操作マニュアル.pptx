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C93082-D80C-4778-82FD-6820BDA01B91}" v="26" dt="2026-02-13T01:42:27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千賀 聡志" userId="26ee4d46-8985-4ee0-8d74-3ac4b2557c32" providerId="ADAL" clId="{E8C93082-D80C-4778-82FD-6820BDA01B91}"/>
    <pc:docChg chg="modSld">
      <pc:chgData name="千賀 聡志" userId="26ee4d46-8985-4ee0-8d74-3ac4b2557c32" providerId="ADAL" clId="{E8C93082-D80C-4778-82FD-6820BDA01B91}" dt="2026-02-13T01:42:39.353" v="93" actId="1076"/>
      <pc:docMkLst>
        <pc:docMk/>
      </pc:docMkLst>
      <pc:sldChg chg="modSp mod">
        <pc:chgData name="千賀 聡志" userId="26ee4d46-8985-4ee0-8d74-3ac4b2557c32" providerId="ADAL" clId="{E8C93082-D80C-4778-82FD-6820BDA01B91}" dt="2026-02-13T01:40:25.875" v="0" actId="1036"/>
        <pc:sldMkLst>
          <pc:docMk/>
          <pc:sldMk cId="0" sldId="256"/>
        </pc:sldMkLst>
        <pc:spChg chg="mod">
          <ac:chgData name="千賀 聡志" userId="26ee4d46-8985-4ee0-8d74-3ac4b2557c32" providerId="ADAL" clId="{E8C93082-D80C-4778-82FD-6820BDA01B91}" dt="2026-02-13T01:40:25.875" v="0" actId="1036"/>
          <ac:spMkLst>
            <pc:docMk/>
            <pc:sldMk cId="0" sldId="256"/>
            <ac:spMk id="4" creationId="{00000000-0000-0000-0000-000000000000}"/>
          </ac:spMkLst>
        </pc:spChg>
      </pc:sldChg>
      <pc:sldChg chg="addSp modSp mod">
        <pc:chgData name="千賀 聡志" userId="26ee4d46-8985-4ee0-8d74-3ac4b2557c32" providerId="ADAL" clId="{E8C93082-D80C-4778-82FD-6820BDA01B91}" dt="2026-02-13T01:42:09.474" v="81" actId="1076"/>
        <pc:sldMkLst>
          <pc:docMk/>
          <pc:sldMk cId="0" sldId="258"/>
        </pc:sldMkLst>
        <pc:spChg chg="mod">
          <ac:chgData name="千賀 聡志" userId="26ee4d46-8985-4ee0-8d74-3ac4b2557c32" providerId="ADAL" clId="{E8C93082-D80C-4778-82FD-6820BDA01B91}" dt="2026-02-13T01:42:09.474" v="81" actId="1076"/>
          <ac:spMkLst>
            <pc:docMk/>
            <pc:sldMk cId="0" sldId="258"/>
            <ac:spMk id="5" creationId="{00000000-0000-0000-0000-000000000000}"/>
          </ac:spMkLst>
        </pc:spChg>
        <pc:picChg chg="add mod">
          <ac:chgData name="千賀 聡志" userId="26ee4d46-8985-4ee0-8d74-3ac4b2557c32" providerId="ADAL" clId="{E8C93082-D80C-4778-82FD-6820BDA01B91}" dt="2026-02-13T01:40:58.073" v="3" actId="962"/>
          <ac:picMkLst>
            <pc:docMk/>
            <pc:sldMk cId="0" sldId="258"/>
            <ac:picMk id="8" creationId="{A7A08FBD-C5C4-336A-95D7-A7F69B348572}"/>
          </ac:picMkLst>
        </pc:picChg>
        <pc:picChg chg="add mod">
          <ac:chgData name="千賀 聡志" userId="26ee4d46-8985-4ee0-8d74-3ac4b2557c32" providerId="ADAL" clId="{E8C93082-D80C-4778-82FD-6820BDA01B91}" dt="2026-02-13T01:41:00.105" v="6" actId="962"/>
          <ac:picMkLst>
            <pc:docMk/>
            <pc:sldMk cId="0" sldId="258"/>
            <ac:picMk id="10" creationId="{89064670-416B-7EFB-57DF-BDE8CF1BAF74}"/>
          </ac:picMkLst>
        </pc:picChg>
      </pc:sldChg>
      <pc:sldChg chg="modSp mod">
        <pc:chgData name="千賀 聡志" userId="26ee4d46-8985-4ee0-8d74-3ac4b2557c32" providerId="ADAL" clId="{E8C93082-D80C-4778-82FD-6820BDA01B91}" dt="2026-02-13T01:42:27.038" v="91"/>
        <pc:sldMkLst>
          <pc:docMk/>
          <pc:sldMk cId="0" sldId="262"/>
        </pc:sldMkLst>
        <pc:spChg chg="mod">
          <ac:chgData name="千賀 聡志" userId="26ee4d46-8985-4ee0-8d74-3ac4b2557c32" providerId="ADAL" clId="{E8C93082-D80C-4778-82FD-6820BDA01B91}" dt="2026-02-13T01:42:27.038" v="91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千賀 聡志" userId="26ee4d46-8985-4ee0-8d74-3ac4b2557c32" providerId="ADAL" clId="{E8C93082-D80C-4778-82FD-6820BDA01B91}" dt="2026-02-13T01:42:39.353" v="93" actId="1076"/>
        <pc:sldMkLst>
          <pc:docMk/>
          <pc:sldMk cId="0" sldId="264"/>
        </pc:sldMkLst>
        <pc:spChg chg="mod">
          <ac:chgData name="千賀 聡志" userId="26ee4d46-8985-4ee0-8d74-3ac4b2557c32" providerId="ADAL" clId="{E8C93082-D80C-4778-82FD-6820BDA01B91}" dt="2026-02-13T01:42:39.353" v="93" actId="1076"/>
          <ac:spMkLst>
            <pc:docMk/>
            <pc:sldMk cId="0" sldId="264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メイリオ"/>
              </a:defRPr>
            </a:pPr>
            <a:r>
              <a:t>相見積操作マニュアル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5243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3366"/>
                </a:solidFill>
                <a:latin typeface="メイリオ"/>
              </a:defRPr>
            </a:pPr>
            <a:r>
              <a:t>見積依頼の作成と送信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657600"/>
            <a:ext cx="5486400" cy="4572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GenTech_Logo_20221203_Blue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09360"/>
            <a:ext cx="128218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メイリオ"/>
              </a:defRPr>
            </a:pPr>
            <a:r>
              <a:t>STEP 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8412480" cy="731520"/>
          </a:xfrm>
          <a:prstGeom prst="rect">
            <a:avLst/>
          </a:prstGeom>
          <a:solidFill>
            <a:srgbClr val="F0F8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3366"/>
                </a:solidFill>
                <a:latin typeface="メイリオ"/>
              </a:defRPr>
            </a:pPr>
            <a:r>
              <a:t>いいえで閉じる</a:t>
            </a:r>
          </a:p>
        </p:txBody>
      </p:sp>
      <p:pic>
        <p:nvPicPr>
          <p:cNvPr id="6" name="Picture 5" descr="image_1_row1_co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229600" cy="3093835"/>
          </a:xfrm>
          <a:prstGeom prst="rect">
            <a:avLst/>
          </a:prstGeom>
        </p:spPr>
      </p:pic>
      <p:pic>
        <p:nvPicPr>
          <p:cNvPr id="7" name="Picture 6" descr="CellGenTech_Logo_20221203_Blue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309360"/>
            <a:ext cx="128218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メイリオ"/>
              </a:defRPr>
            </a:pPr>
            <a:r>
              <a:t>STEP 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8412480" cy="731520"/>
          </a:xfrm>
          <a:prstGeom prst="rect">
            <a:avLst/>
          </a:prstGeom>
          <a:solidFill>
            <a:srgbClr val="F0F8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97120"/>
            <a:ext cx="8046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3366"/>
                </a:solidFill>
                <a:latin typeface="メイリオ"/>
              </a:defRPr>
            </a:pPr>
            <a:r>
              <a:rPr dirty="0" err="1"/>
              <a:t>タブの</a:t>
            </a:r>
            <a:r>
              <a:rPr lang="ja-JP" altLang="en-US" dirty="0"/>
              <a:t>「</a:t>
            </a:r>
            <a:r>
              <a:rPr dirty="0" err="1"/>
              <a:t>差し込み文書</a:t>
            </a:r>
            <a:r>
              <a:rPr lang="ja-JP" altLang="en-US" dirty="0"/>
              <a:t>」</a:t>
            </a:r>
            <a:r>
              <a:rPr dirty="0"/>
              <a:t>の</a:t>
            </a:r>
            <a:r>
              <a:rPr lang="ja-JP" altLang="en-US" dirty="0"/>
              <a:t>「</a:t>
            </a:r>
            <a:r>
              <a:rPr dirty="0" err="1"/>
              <a:t>宛先の選択</a:t>
            </a:r>
            <a:r>
              <a:rPr lang="ja-JP" altLang="en-US" dirty="0"/>
              <a:t>」「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既存のリストを使用」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defRPr sz="2000">
                <a:solidFill>
                  <a:srgbClr val="003366"/>
                </a:solidFill>
                <a:latin typeface="メイリオ"/>
              </a:defRPr>
            </a:pPr>
            <a:r>
              <a:rPr dirty="0" err="1"/>
              <a:t>をクリック</a:t>
            </a:r>
            <a:endParaRPr dirty="0"/>
          </a:p>
        </p:txBody>
      </p:sp>
      <p:pic>
        <p:nvPicPr>
          <p:cNvPr id="6" name="Picture 5" descr="CellGenTech_Logo_20221203_Blue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09360"/>
            <a:ext cx="1282185" cy="365760"/>
          </a:xfrm>
          <a:prstGeom prst="rect">
            <a:avLst/>
          </a:prstGeom>
        </p:spPr>
      </p:pic>
      <p:pic>
        <p:nvPicPr>
          <p:cNvPr id="8" name="図 7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A7A08FBD-C5C4-336A-95D7-A7F69B348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3210"/>
            <a:ext cx="9144000" cy="2631580"/>
          </a:xfrm>
          <a:prstGeom prst="rect">
            <a:avLst/>
          </a:prstGeom>
        </p:spPr>
      </p:pic>
      <p:pic>
        <p:nvPicPr>
          <p:cNvPr id="10" name="図 9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89064670-416B-7EFB-57DF-BDE8CF1BA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3210"/>
            <a:ext cx="9144000" cy="2631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メイリオ"/>
              </a:defRPr>
            </a:pPr>
            <a:r>
              <a:t>STEP 3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8412480" cy="731520"/>
          </a:xfrm>
          <a:prstGeom prst="rect">
            <a:avLst/>
          </a:prstGeom>
          <a:solidFill>
            <a:srgbClr val="F0F8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3366"/>
                </a:solidFill>
                <a:latin typeface="メイリオ"/>
              </a:defRPr>
            </a:pPr>
            <a:r>
              <a:t>添付した業者連絡先データを開く</a:t>
            </a:r>
          </a:p>
        </p:txBody>
      </p:sp>
      <p:pic>
        <p:nvPicPr>
          <p:cNvPr id="6" name="Picture 5" descr="image_3_row31_co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276" y="1554480"/>
            <a:ext cx="7257448" cy="4754880"/>
          </a:xfrm>
          <a:prstGeom prst="rect">
            <a:avLst/>
          </a:prstGeom>
        </p:spPr>
      </p:pic>
      <p:pic>
        <p:nvPicPr>
          <p:cNvPr id="7" name="Picture 6" descr="CellGenTech_Logo_20221203_Blue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309360"/>
            <a:ext cx="128218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メイリオ"/>
              </a:defRPr>
            </a:pPr>
            <a:r>
              <a:t>STEP 4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8412480" cy="731520"/>
          </a:xfrm>
          <a:prstGeom prst="rect">
            <a:avLst/>
          </a:prstGeom>
          <a:solidFill>
            <a:srgbClr val="F0F8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3366"/>
                </a:solidFill>
                <a:latin typeface="メイリオ"/>
              </a:defRPr>
            </a:pPr>
            <a:r>
              <a:t>OKで進めていきます</a:t>
            </a:r>
          </a:p>
        </p:txBody>
      </p:sp>
      <p:pic>
        <p:nvPicPr>
          <p:cNvPr id="6" name="Picture 5" descr="image_4_row53_co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229600" cy="3825195"/>
          </a:xfrm>
          <a:prstGeom prst="rect">
            <a:avLst/>
          </a:prstGeom>
        </p:spPr>
      </p:pic>
      <p:pic>
        <p:nvPicPr>
          <p:cNvPr id="7" name="Picture 6" descr="CellGenTech_Logo_20221203_Blue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309360"/>
            <a:ext cx="128218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メイリオ"/>
              </a:defRPr>
            </a:pPr>
            <a:r>
              <a:t>STEP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8412480" cy="731520"/>
          </a:xfrm>
          <a:prstGeom prst="rect">
            <a:avLst/>
          </a:prstGeom>
          <a:solidFill>
            <a:srgbClr val="F0F8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3366"/>
                </a:solidFill>
                <a:latin typeface="メイリオ"/>
              </a:defRPr>
            </a:pPr>
            <a:r>
              <a:t>差し込み文章のアドレス帳の編集にて宛先の確認ができます</a:t>
            </a:r>
          </a:p>
        </p:txBody>
      </p:sp>
      <p:pic>
        <p:nvPicPr>
          <p:cNvPr id="6" name="Picture 5" descr="image_6_row68_co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030" y="1554480"/>
            <a:ext cx="4613939" cy="4754880"/>
          </a:xfrm>
          <a:prstGeom prst="rect">
            <a:avLst/>
          </a:prstGeom>
        </p:spPr>
      </p:pic>
      <p:pic>
        <p:nvPicPr>
          <p:cNvPr id="7" name="Picture 6" descr="CellGenTech_Logo_20221203_Blue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309360"/>
            <a:ext cx="128218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メイリオ"/>
              </a:defRPr>
            </a:pPr>
            <a:r>
              <a:t>STEP 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8412480" cy="731520"/>
          </a:xfrm>
          <a:prstGeom prst="rect">
            <a:avLst/>
          </a:prstGeom>
          <a:solidFill>
            <a:srgbClr val="F0F8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3366"/>
                </a:solidFill>
                <a:latin typeface="メイリオ"/>
              </a:defRPr>
            </a:pPr>
            <a:r>
              <a:rPr dirty="0" err="1"/>
              <a:t>見積依頼メールの内容は</a:t>
            </a:r>
            <a:r>
              <a:rPr lang="en-US" altLang="ja-JP" dirty="0" err="1"/>
              <a:t>Word</a:t>
            </a:r>
            <a:r>
              <a:rPr dirty="0" err="1"/>
              <a:t>の本文で作成します</a:t>
            </a:r>
            <a:r>
              <a:rPr dirty="0"/>
              <a:t>。</a:t>
            </a:r>
          </a:p>
        </p:txBody>
      </p:sp>
      <p:pic>
        <p:nvPicPr>
          <p:cNvPr id="6" name="Picture 5" descr="image_7_row96_co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66" y="1554480"/>
            <a:ext cx="5041868" cy="4754880"/>
          </a:xfrm>
          <a:prstGeom prst="rect">
            <a:avLst/>
          </a:prstGeom>
        </p:spPr>
      </p:pic>
      <p:pic>
        <p:nvPicPr>
          <p:cNvPr id="7" name="Picture 6" descr="CellGenTech_Logo_20221203_Blue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309360"/>
            <a:ext cx="128218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メイリオ"/>
              </a:defRPr>
            </a:pPr>
            <a:r>
              <a:t>STEP 7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8412480" cy="731520"/>
          </a:xfrm>
          <a:prstGeom prst="rect">
            <a:avLst/>
          </a:prstGeom>
          <a:solidFill>
            <a:srgbClr val="F0F8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3366"/>
                </a:solidFill>
                <a:latin typeface="メイリオ"/>
              </a:defRPr>
            </a:pPr>
            <a:r>
              <a:t>完了と差し込みから電子メールの送信ができます。</a:t>
            </a:r>
          </a:p>
        </p:txBody>
      </p:sp>
      <p:pic>
        <p:nvPicPr>
          <p:cNvPr id="6" name="Picture 5" descr="image_8_row128_co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229600" cy="3233057"/>
          </a:xfrm>
          <a:prstGeom prst="rect">
            <a:avLst/>
          </a:prstGeom>
        </p:spPr>
      </p:pic>
      <p:pic>
        <p:nvPicPr>
          <p:cNvPr id="7" name="Picture 6" descr="CellGenTech_Logo_20221203_Blue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309360"/>
            <a:ext cx="128218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メイリオ"/>
              </a:defRPr>
            </a:pPr>
            <a:r>
              <a:t>STEP 8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8412480" cy="731520"/>
          </a:xfrm>
          <a:prstGeom prst="rect">
            <a:avLst/>
          </a:prstGeom>
          <a:solidFill>
            <a:srgbClr val="F0F8FF"/>
          </a:solidFill>
          <a:ln w="12700"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046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3366"/>
                </a:solidFill>
                <a:latin typeface="メイリオ"/>
              </a:defRPr>
            </a:pPr>
            <a:r>
              <a:rPr dirty="0" err="1"/>
              <a:t>OKを押すと件名欄に入力した内容のタイトルで</a:t>
            </a:r>
            <a:endParaRPr lang="en-US" dirty="0"/>
          </a:p>
          <a:p>
            <a:pPr algn="l">
              <a:defRPr sz="2000">
                <a:solidFill>
                  <a:srgbClr val="003366"/>
                </a:solidFill>
                <a:latin typeface="メイリオ"/>
              </a:defRPr>
            </a:pPr>
            <a:r>
              <a:rPr dirty="0" err="1"/>
              <a:t>各社へメールが行きます</a:t>
            </a:r>
            <a:endParaRPr dirty="0"/>
          </a:p>
        </p:txBody>
      </p:sp>
      <p:pic>
        <p:nvPicPr>
          <p:cNvPr id="6" name="Picture 5" descr="image_9_row143_co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781" y="1554480"/>
            <a:ext cx="4786438" cy="4754880"/>
          </a:xfrm>
          <a:prstGeom prst="rect">
            <a:avLst/>
          </a:prstGeom>
        </p:spPr>
      </p:pic>
      <p:pic>
        <p:nvPicPr>
          <p:cNvPr id="7" name="Picture 6" descr="CellGenTech_Logo_20221203_Blue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309360"/>
            <a:ext cx="1282185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</Words>
  <Application>Microsoft Office PowerPoint</Application>
  <PresentationFormat>画面に合わせる (4:3)</PresentationFormat>
  <Paragraphs>20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メイリオ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/>
  <cp:keywords/>
  <dc:description>generated using python-pptx</dc:description>
  <cp:lastModifiedBy>千賀 聡志</cp:lastModifiedBy>
  <cp:revision>1</cp:revision>
  <dcterms:created xsi:type="dcterms:W3CDTF">2013-01-27T09:14:16Z</dcterms:created>
  <dcterms:modified xsi:type="dcterms:W3CDTF">2026-02-13T01:42:47Z</dcterms:modified>
  <cp:category/>
</cp:coreProperties>
</file>