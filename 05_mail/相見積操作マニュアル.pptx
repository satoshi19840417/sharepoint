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eiryo"/>
              </a:defRPr>
            </a:pPr>
            <a:r>
              <a:t>相見積操作マニュアル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003366"/>
                </a:solidFill>
                <a:latin typeface="Meiryo"/>
              </a:defRPr>
            </a:pPr>
            <a:r>
              <a:t>見積依頼の作成と送信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657600"/>
            <a:ext cx="5486400" cy="45720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GenTech_Logo_20221203_Blue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いいえで閉じる</a:t>
            </a:r>
          </a:p>
        </p:txBody>
      </p:sp>
      <p:pic>
        <p:nvPicPr>
          <p:cNvPr id="6" name="Picture 5" descr="image_1_row1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229600" cy="3093835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タブの差し込み文書の宛先の選択をクリック</a:t>
            </a:r>
          </a:p>
        </p:txBody>
      </p:sp>
      <p:pic>
        <p:nvPicPr>
          <p:cNvPr id="6" name="Picture 5" descr="CellGenTech_Logo_20221203_Blue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添付した業者連絡先データを開く</a:t>
            </a:r>
          </a:p>
        </p:txBody>
      </p:sp>
      <p:pic>
        <p:nvPicPr>
          <p:cNvPr id="6" name="Picture 5" descr="image_3_row31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276" y="1554480"/>
            <a:ext cx="7257448" cy="4754880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OKで進めていきます</a:t>
            </a:r>
          </a:p>
        </p:txBody>
      </p:sp>
      <p:pic>
        <p:nvPicPr>
          <p:cNvPr id="6" name="Picture 5" descr="image_4_row53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229600" cy="3825195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差し込み文章のアドレス帳の編集にて宛先の確認ができます</a:t>
            </a:r>
          </a:p>
        </p:txBody>
      </p:sp>
      <p:pic>
        <p:nvPicPr>
          <p:cNvPr id="6" name="Picture 5" descr="image_6_row68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030" y="1554480"/>
            <a:ext cx="4613939" cy="4754880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6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見積依頼メールの内容は以下の本文で作成します。</a:t>
            </a:r>
          </a:p>
        </p:txBody>
      </p:sp>
      <p:pic>
        <p:nvPicPr>
          <p:cNvPr id="6" name="Picture 5" descr="image_7_row96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066" y="1554480"/>
            <a:ext cx="5041868" cy="4754880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7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完了と差し込みから電子メールの送信ができます。</a:t>
            </a:r>
          </a:p>
        </p:txBody>
      </p:sp>
      <p:pic>
        <p:nvPicPr>
          <p:cNvPr id="6" name="Picture 5" descr="image_8_row128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229600" cy="3233057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STEP 8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841248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33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3366"/>
                </a:solidFill>
                <a:latin typeface="Meiryo"/>
              </a:defRPr>
            </a:pPr>
            <a:r>
              <a:t>OKを押すと件名欄に入力した内容のタイトルで各社へメールが行きます</a:t>
            </a:r>
          </a:p>
        </p:txBody>
      </p:sp>
      <p:pic>
        <p:nvPicPr>
          <p:cNvPr id="6" name="Picture 5" descr="image_9_row143_co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781" y="1554480"/>
            <a:ext cx="4786438" cy="4754880"/>
          </a:xfrm>
          <a:prstGeom prst="rect">
            <a:avLst/>
          </a:prstGeom>
        </p:spPr>
      </p:pic>
      <p:pic>
        <p:nvPicPr>
          <p:cNvPr id="7" name="Picture 6" descr="CellGenTech_Logo_20221203_Blue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09360"/>
            <a:ext cx="1282185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